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80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151B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0789920" y="365760"/>
            <a:ext cx="2011680" cy="201168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you open your shop?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location intelligence MVP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best street for your business.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Shape 3"/>
          <p:cNvSpPr/>
          <p:nvPr/>
        </p:nvSpPr>
        <p:spPr>
          <a:xfrm>
            <a:off x="960120" y="2880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+ business type + radius (2–5 km)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0560" y="256032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Shape 8"/>
          <p:cNvSpPr/>
          <p:nvPr/>
        </p:nvSpPr>
        <p:spPr>
          <a:xfrm>
            <a:off x="4800600" y="2880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80060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street, competitor, anchor, transit stop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256032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8641080" y="2880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8641080" y="2880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59536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4434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/ Silver / Bronze streets on a live map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single PRD. Live and running locally today.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free, production-ready.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6771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114300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044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React 18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1143000" y="2743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114300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383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react-leaflet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18795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1143000" y="4023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(Node.js)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4663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(Overpass + Nominatim)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5468112"/>
            <a:ext cx="320040" cy="32004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1143000" y="5303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20440" y="5303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→ Ollama → template fallback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9680" y="2103120"/>
            <a:ext cx="2743200" cy="2377440"/>
          </a:xfrm>
          <a:prstGeom prst="roundRect">
            <a:avLst>
              <a:gd name="adj" fmla="val 576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TODAY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65176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9000" dirty="0"/>
          </a:p>
        </p:txBody>
      </p:sp>
      <p:sp>
        <p:nvSpPr>
          <p:cNvPr id="25" name="Text 23"/>
          <p:cNvSpPr/>
          <p:nvPr/>
        </p:nvSpPr>
        <p:spPr>
          <a:xfrm>
            <a:off x="90068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billing.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Math → AI Narrative.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OSM Data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global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business, transit stop, anchor POI (mall, school, hospital, mosque, park) &amp; residential building inside the radius.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2C5F89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Scoring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math, no AI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06324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100 − (competitors×18) + variety + density + transit + anchors + residential + road class.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21040" y="21031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8595360" y="21945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Narrative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(free models)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306324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8595360" y="3200400"/>
            <a:ext cx="3108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writes the story: per-street notes, executive report, recommendation reasoning, competitor insights, property portals.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measures the street. The AI describes the measurement.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street gets a tier.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160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location. Prioritise on the site visit.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0560" y="219456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C0C0C0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5488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110 – 159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Viable backup. Tougher competition for attention.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219456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CD7F32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8595360" y="25603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595360" y="3383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41148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quiet, or already saturated. Deprioritise.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per street: competitors · variety · density · transit · anchors · residential · road class.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114800" cy="4114800"/>
          </a:xfrm>
          <a:prstGeom prst="ellipse">
            <a:avLst/>
          </a:prstGeom>
          <a:solidFill>
            <a:srgbClr val="151B4A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10515600" y="-1371600"/>
            <a:ext cx="3200400" cy="320040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MVP to production.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365760" cy="36576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143000" y="219456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7480" y="21945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or Claude Opus 4.7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0" y="21945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analyst writing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365760" cy="36576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1143000" y="297180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971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+ Foursquare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2971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ratings, hours, popularity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365760" cy="36576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749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SafeGraph / Placer.ai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7490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foot-traffic by demographic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727448"/>
            <a:ext cx="365760" cy="36576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1143000" y="45262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5262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Finder / Bayut API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45262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shop-for-rent inventory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validates the idea at $0.  Paid data turns it into a decision-grade tool.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1280160" cy="1280160"/>
          </a:xfrm>
          <a:prstGeom prst="ellipse">
            <a:avLst/>
          </a:prstGeom>
          <a:solidFill>
            <a:srgbClr val="F9A82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8A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394</Words>
  <Application>Microsoft Office PowerPoint</Application>
  <PresentationFormat>Widescreen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 Intelligence MVP</dc:title>
  <dc:subject>PptxGenJS Presentation</dc:subject>
  <dc:creator>PptxGenJS</dc:creator>
  <cp:lastModifiedBy>Siavash</cp:lastModifiedBy>
  <cp:revision>1</cp:revision>
  <dcterms:created xsi:type="dcterms:W3CDTF">2026-05-17T18:01:26Z</dcterms:created>
  <dcterms:modified xsi:type="dcterms:W3CDTF">2026-05-17T18:08:28Z</dcterms:modified>
</cp:coreProperties>
</file>