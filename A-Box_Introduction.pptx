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731520"/>
            <a:ext cx="5486400" cy="5486400"/>
          </a:xfrm>
          <a:prstGeom prst="ellipse">
            <a:avLst/>
          </a:prstGeom>
          <a:solidFill>
            <a:srgbClr val="070D1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0"/>
            <a:ext cx="4023360" cy="4023360"/>
          </a:xfrm>
          <a:prstGeom prst="ellipse">
            <a:avLst/>
          </a:prstGeom>
          <a:solidFill>
            <a:srgbClr val="0F1A30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1097280"/>
            <a:ext cx="1828800" cy="18288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1417320"/>
            <a:ext cx="1188720" cy="11887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914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-Box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 smarter location decisions.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 ·  Business  ·  Agent Hub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Introduction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 and retail decisions still rely on guesswork.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7373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buyers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2606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dozens of listings without a way to compare areas side-by-side.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737360" y="3246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streets by gut feel — no view of competitors, footfall, or anchors.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73736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 agents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4709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Juggle deals across multiple zones in spreadsheets and notebooks.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760720"/>
            <a:ext cx="109270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760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 gives all three the same toolkit: real data + AI + a single map.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Three audiences.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576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359152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974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 &amp; renters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filter, and compare two areas side-by-side. AI-written property comparison.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36576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359152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6974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474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entrepreneurs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street to open. Gold / Silver / Bronze ranking on a live map.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21040" y="2194560"/>
            <a:ext cx="3657600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8321040" y="2359152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26974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95360" y="3474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Hub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59536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real-estate agents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Zones, favourites, personas, and an i-Case automation studio with an AI orchestrator.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is independent, but shares the same map, location picker, AI chain, and design system.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PROPERTY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properties. Compare two areas. Decide.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6060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pin or use IP to choose the search location.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5661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Rent / Sell / Airbnb. Browse property pins inside the radius.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114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5262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2nd circle, pick one property from each, get an AI-written comparison report.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21945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Two-area map comparison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0" y="3200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listing type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63840" y="3657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property pin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0" y="4114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top-up for sparse 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3840" y="4572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38160" y="4572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side-by-side compare report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by:  /api/property-compare  ·  OpenRouter LLM chain  ·  localStorage persistence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street to open your business.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Silver / Bronze ranking from real OpenStreetMap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108960" cy="2194560"/>
          </a:xfrm>
          <a:prstGeom prst="roundRect">
            <a:avLst>
              <a:gd name="adj" fmla="val 625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160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location. Prioritise.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2286000"/>
            <a:ext cx="3108960" cy="2194560"/>
          </a:xfrm>
          <a:prstGeom prst="roundRect">
            <a:avLst>
              <a:gd name="adj" fmla="val 6250"/>
            </a:avLst>
          </a:prstGeom>
          <a:solidFill>
            <a:srgbClr val="C0C0C0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6052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110-159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3566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backup.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2286000"/>
            <a:ext cx="3108960" cy="2194560"/>
          </a:xfrm>
          <a:prstGeom prst="roundRect">
            <a:avLst>
              <a:gd name="adj" fmla="val 6250"/>
            </a:avLst>
          </a:prstGeom>
          <a:solidFill>
            <a:srgbClr val="CD7F32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5236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110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3566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quiet or saturated.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332720" y="2286000"/>
            <a:ext cx="1280160" cy="2194560"/>
          </a:xfrm>
          <a:prstGeom prst="roundRect">
            <a:avLst>
              <a:gd name="adj" fmla="val 10714"/>
            </a:avLst>
          </a:prstGeom>
          <a:solidFill>
            <a:srgbClr val="0B1220"/>
          </a:solidFill>
          <a:ln/>
        </p:spPr>
      </p:sp>
      <p:sp>
        <p:nvSpPr>
          <p:cNvPr id="19" name="Text 17"/>
          <p:cNvSpPr/>
          <p:nvPr/>
        </p:nvSpPr>
        <p:spPr>
          <a:xfrm>
            <a:off x="10332720" y="24231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0332720" y="32918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937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Salon, Bakery, Café, Clothing, Restaurant, Grocery, Pharmacy, Barber.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49377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4937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OSM data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02152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Competitors, transit, anchors, residential, road class.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49377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4937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9632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appears first, AI commentary fills in afterwards.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32520" y="49377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897112" y="4937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recommended pins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97112" y="5303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Category-weighted spots. Map shows why each was chosen.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AGENT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workspace for real-estate agents.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zones, i-Cases and quick chat starters.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3317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(Zones)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3337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map circles the agent watches. Reverse-geocoded labels.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210312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23317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94960" y="3337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zone, favourite, send to AI chat.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210312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23317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Projects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0960" y="3337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Cross-zone overlap — properties shared by multiple zones.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0" y="210312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66960" y="23317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9966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6960" y="2880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66960" y="3337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Multi-persona AI conversations (Buyer / Seller / Investor).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663440"/>
            <a:ext cx="10972800" cy="1737360"/>
          </a:xfrm>
          <a:prstGeom prst="roundRect">
            <a:avLst>
              <a:gd name="adj" fmla="val 6316"/>
            </a:avLst>
          </a:prstGeom>
          <a:solidFill>
            <a:srgbClr val="0B122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800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5074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i-Case Workspace — visual automation studio with an AI orchestrator.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14400" y="55778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describes a workflow in plain English → LLM returns a chat reply AND a structured list of actions that mutate the workspace (add zone, drop node, connect, run compare).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production-ready, zero-cost stack.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219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1880" y="21031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+ React 18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06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108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react-leaflet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611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36118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(Node.js)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41148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(Overpass + Nominatim)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7365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617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46177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→ Ollama → template fallback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52395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120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51206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 (no backend / no signup)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509760" y="210312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0B1220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09760" y="26060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000" dirty="0"/>
          </a:p>
        </p:txBody>
      </p:sp>
      <p:sp>
        <p:nvSpPr>
          <p:cNvPr id="28" name="Text 26"/>
          <p:cNvSpPr/>
          <p:nvPr/>
        </p:nvSpPr>
        <p:spPr>
          <a:xfrm>
            <a:off x="9509760" y="3794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billing.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09760" y="4572000"/>
            <a:ext cx="2103120" cy="1371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9509760" y="4572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9509760" y="5303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powering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sections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12648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free, public services. Paid APIs are the next investment step.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Math → AI Narrative.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OSM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global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3657600" cy="2560320"/>
          </a:xfrm>
          <a:prstGeom prst="roundRect">
            <a:avLst>
              <a:gd name="adj" fmla="val 4286"/>
            </a:avLst>
          </a:prstGeom>
          <a:solidFill>
            <a:srgbClr val="111A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business, transit stop, anchor (mall, school, hospital, mosque, park) and residential building inside the radius.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219456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Scoring Math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JS, no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3154680"/>
            <a:ext cx="3657600" cy="2560320"/>
          </a:xfrm>
          <a:prstGeom prst="roundRect">
            <a:avLst>
              <a:gd name="adj" fmla="val 4286"/>
            </a:avLst>
          </a:prstGeom>
          <a:solidFill>
            <a:srgbClr val="111A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2918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100 - (competitors x 18) + variety + density + transit + anchors + residential + road class.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219456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LLM Narrative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95360" y="2697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chain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3154680"/>
            <a:ext cx="3657600" cy="2560320"/>
          </a:xfrm>
          <a:prstGeom prst="roundRect">
            <a:avLst>
              <a:gd name="adj" fmla="val 4286"/>
            </a:avLst>
          </a:prstGeom>
          <a:solidFill>
            <a:srgbClr val="111A2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329184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story: per-street notes, executive report, recommendation reasoning, property portals.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4864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measures the street. The AI describes the measurement.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5486400"/>
            <a:ext cx="1463040" cy="1463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 ·  Business  ·  Agent Hub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product. Three audiences. One shared toolbox.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A-Box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A-Box — AI agent for smarter location decisions</dc:title>
  <dc:subject>PptxGenJS Presentation</dc:subject>
  <dc:creator>PptxGenJS</dc:creator>
  <cp:lastModifiedBy>PptxGenJS</cp:lastModifiedBy>
  <cp:revision>1</cp:revision>
  <dcterms:created xsi:type="dcterms:W3CDTF">2026-05-18T02:41:17Z</dcterms:created>
  <dcterms:modified xsi:type="dcterms:W3CDTF">2026-05-18T02:41:17Z</dcterms:modified>
</cp:coreProperties>
</file>